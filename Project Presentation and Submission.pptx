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6" y="1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CB098-3423-2C77-FD34-FAEB4576A3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03F017-A8AB-B636-D413-26922D0E6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7911D-1F01-1602-5EE5-04F841E7D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B49B-069A-4557-8D51-F89F3837D43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3C731-0E8D-33D8-4A2F-4191DFBB3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40083-2A51-1799-9550-3FABF90F0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0C332-AD91-403C-BD86-7D9F2C9252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804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F1E53-CD04-AC5F-433D-305944602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47EA5-7BE5-80CF-C18D-704C7CD5B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EAE75-B8A7-AA3E-A25F-325B544B4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B49B-069A-4557-8D51-F89F3837D43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2FB98-4551-1502-2D37-F08FDF66E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C02D2-8FEF-66A0-3A35-108743002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0C332-AD91-403C-BD86-7D9F2C9252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271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16703-C5E4-90E8-8139-63EB614B4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B7BF1-5670-59AC-003A-C38BBD21F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170BF-6086-374E-1F21-0F40C6C20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B49B-069A-4557-8D51-F89F3837D43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BC3CF-9204-3845-E3FF-BAB092DA2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8B382-047D-8380-FCD1-201D82A5A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0C332-AD91-403C-BD86-7D9F2C9252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517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0D645-EC62-1B13-A395-6740E4B87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B9C58-932E-0B17-AA56-97A98CFF70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9DB9E0-F751-5B11-104D-45C2BF95E7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97C07-8FCE-1D9B-CE28-163044F70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B49B-069A-4557-8D51-F89F3837D43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E78D47-0704-4D51-CC9B-65A8DB3BA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8E889-DD7A-97F8-BC86-0B00F8B48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0C332-AD91-403C-BD86-7D9F2C9252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060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9A93-1ED9-733D-864F-888BAD387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50E14-9D45-518F-E3E5-F46A4D41E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1C6DB-BCF4-EB87-F93D-00E4A16FE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41E841-E222-90A2-7B33-7F180E0A2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7EA672-2E36-B724-7E33-7D310AF8B5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E7225F-18A8-F9FB-3883-577B1A6C1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B49B-069A-4557-8D51-F89F3837D43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C8F5D5-C960-29F1-DD14-01C6E15AC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FAA852-6434-AC9D-5703-FEC6F4D04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0C332-AD91-403C-BD86-7D9F2C9252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676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13F1B-48E5-80CD-227A-003E889C0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9C6012-0D99-2CC6-39C8-390148B18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B49B-069A-4557-8D51-F89F3837D43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A2ECB-E6FD-F524-8B47-FEDC69006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FE18B-0B4C-EF05-734F-283C121D9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0C332-AD91-403C-BD86-7D9F2C9252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238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B1C3AD-5585-541B-5DBE-626CA846E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B49B-069A-4557-8D51-F89F3837D43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1C0516-E956-1244-7CF2-DB9166855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3BA2E-060D-00C1-497F-A4528039F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0C332-AD91-403C-BD86-7D9F2C9252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50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608E4-C129-72EF-2F9A-89C6B02C7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EBCA2-9B21-10D0-3BCC-5989F000F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868C8F-E168-418E-0EFE-1B2FF8C1C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8E96E1-72A9-3B89-B693-25E3B23BA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B49B-069A-4557-8D51-F89F3837D43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3A9D4-B822-B02C-2EAA-F673F86A4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C92B2-7301-A42E-BB75-B95FBA912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0C332-AD91-403C-BD86-7D9F2C9252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721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CEC1-4E17-DE06-7F43-1B9113BAC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CFB18F-548E-1C88-4B3A-59523CFED1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43871-8FED-DBCA-C679-6F26D0EAE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4B1AC-88A3-8B17-663A-4A7C86A44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B49B-069A-4557-8D51-F89F3837D43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4117F2-0B43-8306-B54D-455558B3F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518CD5-00FC-F942-A1BE-715F63FC2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0C332-AD91-403C-BD86-7D9F2C9252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236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9EB78-FBCE-C2C7-68D3-8E8809D57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47D049-6569-D7F0-36F8-10BE9F66B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AFA06-FC62-B97E-0205-7F949EA46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B49B-069A-4557-8D51-F89F3837D43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D86B5-4DA1-4E64-9F1B-C11F076A6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B05D4-7867-4842-0BB6-565688A60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0C332-AD91-403C-BD86-7D9F2C9252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19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8A735A-328A-22AB-A333-514BF58B92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8E6366-6560-4BDB-6198-A8AA6C79E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BAB82-0995-439E-59EE-22BF138F8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B49B-069A-4557-8D51-F89F3837D43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E8CD1-542A-1274-3E7D-63002D778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B69DA-05B4-3CF0-6128-41DC81A23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0C332-AD91-403C-BD86-7D9F2C9252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741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C3CF47-60AC-D3D0-D3FF-EE1FB3D78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4DA4D-CB8D-7004-9E3C-3453F1DC0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C1680-6C52-9A86-C8C7-BC02649099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72B49B-069A-4557-8D51-F89F3837D43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B8541-5987-F8E7-A2B8-A1F4E65B43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809BB-9202-639F-C813-B55F67E60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90C332-AD91-403C-BD86-7D9F2C9252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930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CD2E6-0728-BE5D-E2F2-BBA4EE581D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Formats for Project </a:t>
            </a:r>
            <a:r>
              <a:rPr lang="en-IN" dirty="0"/>
              <a:t>Presentation and Submission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145FD-F9E3-BBCC-E700-C696581902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362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C16AE-7F87-0484-7741-3D4EB6143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EB41E-ABEC-977B-75A5-B1B552585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Task</a:t>
            </a:r>
          </a:p>
          <a:p>
            <a:pPr lvl="1"/>
            <a:r>
              <a:rPr lang="en-US" dirty="0"/>
              <a:t>Hyperparameter sensitivity trends across dataset types in UCI ML repository</a:t>
            </a:r>
          </a:p>
          <a:p>
            <a:r>
              <a:rPr lang="en-IN" dirty="0"/>
              <a:t>Datasets</a:t>
            </a:r>
          </a:p>
          <a:p>
            <a:pPr lvl="1"/>
            <a:r>
              <a:rPr lang="en-IN" dirty="0"/>
              <a:t>Briefly introduce the datasets</a:t>
            </a:r>
          </a:p>
          <a:p>
            <a:r>
              <a:rPr lang="en-IN" dirty="0"/>
              <a:t>Classifiers</a:t>
            </a:r>
          </a:p>
          <a:p>
            <a:pPr lvl="1"/>
            <a:r>
              <a:rPr lang="en-IN" dirty="0"/>
              <a:t>Hyperparameters</a:t>
            </a:r>
          </a:p>
          <a:p>
            <a:r>
              <a:rPr lang="en-IN" dirty="0"/>
              <a:t>Preprocessing Steps</a:t>
            </a:r>
          </a:p>
          <a:p>
            <a:pPr lvl="1"/>
            <a:r>
              <a:rPr lang="en-IN" dirty="0"/>
              <a:t>Anything interesting</a:t>
            </a:r>
          </a:p>
          <a:p>
            <a:r>
              <a:rPr lang="en-IN" dirty="0"/>
              <a:t>Experimental Results and Analysis</a:t>
            </a:r>
          </a:p>
          <a:p>
            <a:pPr lvl="1"/>
            <a:r>
              <a:rPr lang="en-IN" dirty="0"/>
              <a:t>Use visualization tools to showcase your results</a:t>
            </a:r>
          </a:p>
          <a:p>
            <a:r>
              <a:rPr lang="en-IN" dirty="0"/>
              <a:t>Conclusion</a:t>
            </a:r>
          </a:p>
          <a:p>
            <a:pPr lvl="1"/>
            <a:r>
              <a:rPr lang="en-IN" dirty="0"/>
              <a:t>Which dataset/classifier is most sensitive</a:t>
            </a:r>
          </a:p>
        </p:txBody>
      </p:sp>
    </p:spTree>
    <p:extLst>
      <p:ext uri="{BB962C8B-B14F-4D97-AF65-F5344CB8AC3E}">
        <p14:creationId xmlns:p14="http://schemas.microsoft.com/office/powerpoint/2010/main" val="427174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5B075-2B9A-4206-96CE-A97AE30B6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Submission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7FC1A-0B9E-F5F9-A10A-AE47223C6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Format it like a usual paper</a:t>
            </a:r>
          </a:p>
          <a:p>
            <a:pPr lvl="1"/>
            <a:r>
              <a:rPr lang="en-IN" dirty="0"/>
              <a:t>Title, Abstract, Introduction, Related Work, Methodology, Experimental Results and Analysis, Conclusion and Future Directions</a:t>
            </a:r>
          </a:p>
          <a:p>
            <a:pPr lvl="1"/>
            <a:r>
              <a:rPr lang="en-IN" dirty="0"/>
              <a:t>Methodology</a:t>
            </a:r>
          </a:p>
          <a:p>
            <a:pPr lvl="2"/>
            <a:r>
              <a:rPr lang="en-IN" dirty="0"/>
              <a:t>Describe how you go about the study of sensitivity</a:t>
            </a:r>
          </a:p>
        </p:txBody>
      </p:sp>
    </p:spTree>
    <p:extLst>
      <p:ext uri="{BB962C8B-B14F-4D97-AF65-F5344CB8AC3E}">
        <p14:creationId xmlns:p14="http://schemas.microsoft.com/office/powerpoint/2010/main" val="2261013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87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Formats for Project Presentation and Submission</vt:lpstr>
      <vt:lpstr>Project Presentation</vt:lpstr>
      <vt:lpstr>Project Submission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Office365 176</dc:creator>
  <cp:lastModifiedBy>Office365 176</cp:lastModifiedBy>
  <cp:revision>4</cp:revision>
  <dcterms:created xsi:type="dcterms:W3CDTF">2025-12-03T08:43:48Z</dcterms:created>
  <dcterms:modified xsi:type="dcterms:W3CDTF">2025-12-03T08:54:17Z</dcterms:modified>
</cp:coreProperties>
</file>