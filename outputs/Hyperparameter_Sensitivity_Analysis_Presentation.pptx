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Hyperparameter Sensitivity Trends Across Dataset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UCI Machine Learning Repository Analysis</a:t>
            </a:r>
          </a:p>
          <a:p>
            <a:r>
              <a:t>CSIT332 - Principles of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Objective: Analyze how different classifiers respond to hyperparameter changes across diverse datasets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Datasets Analyzed: 5 UCI ML datasets: Census Income, Chronic Kidney Disease, Energy Efficiency, Thyroid Disease, Wholesale Customers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Classifiers Tested: 6 algorithms: KNN, Logistic Regression, SVM, MLP, Decision Tree, Naive Bayes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Methodology: GridSearchCV with 3-fold cross-validation to measure variance in accuracy across hyperparameter combinations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Key Metric: Variance of accuracy scores - higher variance = more sensitive to hyperparameter tuning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Methodology: Measuring Hyperparameter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200">
                <a:solidFill>
                  <a:srgbClr val="404040"/>
                </a:solidFill>
              </a:defRPr>
            </a:pPr>
            <a:r>
              <a:t>1. Define comprehensive hyperparameter grids for each classifier</a:t>
            </a:r>
          </a:p>
          <a:p>
            <a:pPr>
              <a:spcAft>
                <a:spcPts val="1800"/>
              </a:spcAft>
              <a:defRPr sz="2200">
                <a:solidFill>
                  <a:srgbClr val="404040"/>
                </a:solidFill>
              </a:defRPr>
            </a:pPr>
            <a:r>
              <a:t>2. GridSearchCV tests all combinations (28 for KNN, 48 for Logistic Regression, etc.)</a:t>
            </a:r>
          </a:p>
          <a:p>
            <a:pPr>
              <a:spcAft>
                <a:spcPts val="1800"/>
              </a:spcAft>
              <a:defRPr sz="2200">
                <a:solidFill>
                  <a:srgbClr val="404040"/>
                </a:solidFill>
              </a:defRPr>
            </a:pPr>
            <a:r>
              <a:t>3. Record cross-validation accuracy for each combination</a:t>
            </a:r>
          </a:p>
          <a:p>
            <a:pPr>
              <a:spcAft>
                <a:spcPts val="1800"/>
              </a:spcAft>
              <a:defRPr sz="2200">
                <a:solidFill>
                  <a:srgbClr val="404040"/>
                </a:solidFill>
              </a:defRPr>
            </a:pPr>
            <a:r>
              <a:t>4. Calculate variance, standard deviation, and range of accuracy scores</a:t>
            </a:r>
          </a:p>
          <a:p>
            <a:pPr>
              <a:spcAft>
                <a:spcPts val="1800"/>
              </a:spcAft>
              <a:defRPr sz="2200">
                <a:solidFill>
                  <a:srgbClr val="404040"/>
                </a:solidFill>
              </a:defRPr>
            </a:pPr>
            <a:r>
              <a:t>5. Rank classifiers by sensitivity (variance) for each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7F00"/>
                </a:solidFill>
              </a:defRPr>
            </a:pPr>
            <a:r>
              <a:t>Variance = measure of spread in accuracy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Sensitivity Heatmap Across All Datasets</a:t>
            </a:r>
          </a:p>
        </p:txBody>
      </p:sp>
      <p:pic>
        <p:nvPicPr>
          <p:cNvPr id="3" name="Picture 2" descr="tem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7415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Most Sensitive Classifiers (Require Careful Tuning)</a:t>
            </a:r>
          </a:p>
        </p:txBody>
      </p:sp>
      <p:pic>
        <p:nvPicPr>
          <p:cNvPr id="3" name="Picture 2" descr="temp_sen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566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Most Robust Classifiers (Work Well with Defaults)</a:t>
            </a:r>
          </a:p>
        </p:txBody>
      </p:sp>
      <p:pic>
        <p:nvPicPr>
          <p:cNvPr id="3" name="Picture 2" descr="temp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575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Key Insights by Dataset</a:t>
            </a:r>
          </a:p>
        </p:txBody>
      </p:sp>
      <p:pic>
        <p:nvPicPr>
          <p:cNvPr id="3" name="Picture 2" descr="temp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Practical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• For Medical Datasets (CKD, Thyroid):</a:t>
            </a:r>
            <a:br/>
            <a:r>
              <a:t>  Logistic Regression &amp; SVM are HIGHLY sensitive - invest time in hyperparameter tuning. MLP and Naive Bayes are robust alternatives.</a:t>
            </a:r>
          </a:p>
          <a:p>
            <a:pPr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• For Demographic Data (Census):</a:t>
            </a:r>
            <a:br/>
            <a:r>
              <a:t>  SVM shows highest sensitivity. All classifiers perform reasonably well with defaults except for SVM.</a:t>
            </a:r>
          </a:p>
          <a:p>
            <a:pPr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• For Physical/Engineering Data (Energy):</a:t>
            </a:r>
            <a:br/>
            <a:r>
              <a:t>  Logistic Regression and SVM need careful tuning. Tree-based methods are more forgiving.</a:t>
            </a:r>
          </a:p>
          <a:p>
            <a:pPr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• For Business Data (Wholesale):</a:t>
            </a:r>
            <a:br/>
            <a:r>
              <a:t>  SVM and Logistic Regression again show highest sensitivity. Consider MLP for robust performance.</a:t>
            </a:r>
          </a:p>
          <a:p>
            <a:pPr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• General Rule:</a:t>
            </a:r>
            <a:br/>
            <a:r>
              <a:t>  Naive Bayes consistently shows near-zero variance - excellent starting point for baseline models!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Logistic Regression and SVM consistently show highest hyperparameter sensitivity across datasets</a:t>
            </a:r>
          </a:p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Naive Bayes is remarkably robust - almost zero variance in all cases</a:t>
            </a:r>
          </a:p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MLP shows very low sensitivity despite complex architecture</a:t>
            </a:r>
          </a:p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Medical datasets (CKD, Thyroid) require more careful tuning than other domains</a:t>
            </a:r>
          </a:p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Hyperparameter sensitivity varies significantly by dataset type</a:t>
            </a:r>
          </a:p>
          <a:p>
            <a:pPr>
              <a:spcAft>
                <a:spcPts val="1600"/>
              </a:spcAft>
              <a:defRPr sz="2000">
                <a:solidFill>
                  <a:srgbClr val="404040"/>
                </a:solidFill>
              </a:defRPr>
            </a:pPr>
            <a:r>
              <a:rPr>
                <a:solidFill>
                  <a:srgbClr val="00B050"/>
                </a:solidFill>
              </a:rPr>
              <a:t>✓ Understanding sensitivity helps practitioners allocate tuning effort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 Takeaway: Dataset characteristics significantly impact hyperparameter sensitivity!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303520"/>
            <a:ext cx="6400800" cy="731520"/>
          </a:xfrm>
          <a:prstGeom prst="roundRect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Questions?</a:t>
            </a:r>
          </a:p>
          <a:p/>
          <a:p>
            <a:r>
              <a:t>Hyperparameter Sensitivity Analysis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